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4" autoAdjust="0"/>
    <p:restoredTop sz="94660"/>
  </p:normalViewPr>
  <p:slideViewPr>
    <p:cSldViewPr snapToGrid="0">
      <p:cViewPr>
        <p:scale>
          <a:sx n="89" d="100"/>
          <a:sy n="89" d="100"/>
        </p:scale>
        <p:origin x="76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43015-2AE9-7CAD-74CA-6E6AE7CB4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23FE8E-9BA2-9927-6A25-B1F40483DC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916CD6-97B7-70D3-19E9-453E05416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8611-8E0B-430C-91A3-7759D5E239A5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0A6061-195E-F563-500E-C9A9A9B72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95A64F-6645-AA07-8E21-ED818F14C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27E7-7402-4399-A18A-B2A62BA32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9703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25F508-66A6-5510-33A8-792740647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669F17-5EFA-1A47-94D1-A018F45E2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A392F7-50F9-F298-ED28-53FBDC3EB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8611-8E0B-430C-91A3-7759D5E239A5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22FF72-DEF0-A858-41A7-5926705B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384932D-5168-965F-8108-46737BB2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27E7-7402-4399-A18A-B2A62BA32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428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09518F-434D-0548-6B0D-DF3992F89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7DEDB5-AE62-5503-F8B4-E2AF9423B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853C6A-3A37-980B-8C6C-204785A6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8611-8E0B-430C-91A3-7759D5E239A5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C649B2-20DB-468E-62CF-4DDC61494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578EA0-4BFC-A52E-72CD-5BF6CD0CB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27E7-7402-4399-A18A-B2A62BA32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19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B0490-9DFD-43CC-BBBB-1A8B3177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62C58F-1A94-BB2C-12A6-B5DAD4545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2A25C0-B9CA-C4C1-7576-DFB50B7E2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E227EF-8671-229A-9B5E-4F132169A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8611-8E0B-430C-91A3-7759D5E239A5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5AB909-4143-73FF-DFA4-3AD84DD25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255211B-4AC9-1E1E-143A-1E04C90E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27E7-7402-4399-A18A-B2A62BA32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433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EF68F6-8450-631A-2FA6-41DE5E213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C8918-7F29-E60F-8B0F-642C44117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57A78F-62CD-5C0D-36F4-C81E46839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A8C9007-5B55-A760-838C-6A8D78F8AD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3BA33C6-0AB5-3631-BEBF-F3D3017544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24DC509-96D7-A1F6-A098-6AA1F1D2B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8611-8E0B-430C-91A3-7759D5E239A5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EB15769-590C-CE9D-0642-F902712A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EAD333-93CE-CE38-FB93-5821DE9D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27E7-7402-4399-A18A-B2A62BA32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805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C55161-D2BE-1724-B47C-F6E593CBA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A9AC791-5CF3-C327-F4C0-3BB1E1B79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8611-8E0B-430C-91A3-7759D5E239A5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353EB1E-8B75-F2AE-CC0F-4AC59860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984D65A-6579-0CEF-66A1-36A760F3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27E7-7402-4399-A18A-B2A62BA32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005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1ED4A89-B1FC-5FEB-1798-85B3748F4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8611-8E0B-430C-91A3-7759D5E239A5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8DE6264-32DA-CB5A-6A78-DEE31F200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03A65A-1408-F4CF-E8D8-6F17CFD2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27E7-7402-4399-A18A-B2A62BA32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856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59D99-22BD-41A7-94F7-4A1977562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0E78B6-8DD7-C3ED-B07B-C0824664E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8E32F3E-DF33-952A-5613-A673669AA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D28149-781F-1587-FCF2-C5AE01458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8611-8E0B-430C-91A3-7759D5E239A5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EEC57C-FD95-D843-0876-D43BBFDF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3E60CA-22AF-2B6E-CE21-0B608B568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27E7-7402-4399-A18A-B2A62BA32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9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46ED7-6626-BE1C-26B4-F23BAADC4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D448F04-763B-9079-2784-9F0B23C26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8816CE-75D0-4B2F-648F-4927FA362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62B83B4-0329-22BE-780C-9597AC40A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8611-8E0B-430C-91A3-7759D5E239A5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E137B6-F871-CD26-FD33-43B53395B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78AD93-329D-6C9D-A05E-06B258D45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27E7-7402-4399-A18A-B2A62BA32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001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162C8A-F562-3335-C3D5-83AB6E64D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040A6E-A2A0-AB60-22BA-5CFB964C8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1ED1D7-3062-EA35-AE61-BF365300A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8611-8E0B-430C-91A3-7759D5E239A5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B16CB1-5DB2-5B71-01B1-27675BF96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98265F-F2BF-70B7-77D2-FAA0A5FE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27E7-7402-4399-A18A-B2A62BA32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062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B43BC5D-589F-6C6F-43F7-780F85AE9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E05D82-8507-2662-2CBB-75241F2A9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7D8FD6-E961-AD82-31F5-E00C42051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88611-8E0B-430C-91A3-7759D5E239A5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472988-3F99-4044-B32A-736F7A853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14E4A0-05ED-E038-AEB8-A7985951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127E7-7402-4399-A18A-B2A62BA32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114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DC834F-01C4-442E-DA42-A0A481789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436820A-D717-E595-AFB7-BA13B81C2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EDE899-D8C7-F8D8-7B89-6F9D7740AC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88611-8E0B-430C-91A3-7759D5E239A5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B790D8-504D-2AE8-FCB7-B0C20B5F4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23605D-09B2-009D-B3A0-455DFA935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127E7-7402-4399-A18A-B2A62BA32A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680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72956B-0A2A-5E98-DB63-5D8ABB6ED6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5CBAAD-F5AE-5BF1-7997-CB486FC39E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F4784B-D15D-800F-632A-DBADC5D1F2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2723"/>
            <a:ext cx="12192000" cy="60725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4A03C4-B01B-228B-EAAA-08BC60E56BE0}"/>
              </a:ext>
            </a:extLst>
          </p:cNvPr>
          <p:cNvSpPr txBox="1"/>
          <p:nvPr/>
        </p:nvSpPr>
        <p:spPr>
          <a:xfrm>
            <a:off x="10668000" y="11875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337AFF-5B8C-E384-4E01-2CF54C1F04EA}"/>
              </a:ext>
            </a:extLst>
          </p:cNvPr>
          <p:cNvSpPr txBox="1"/>
          <p:nvPr/>
        </p:nvSpPr>
        <p:spPr>
          <a:xfrm>
            <a:off x="11164784" y="223058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B4008-D27A-9598-BC4A-B6AEE5EE231A}"/>
              </a:ext>
            </a:extLst>
          </p:cNvPr>
          <p:cNvSpPr txBox="1"/>
          <p:nvPr/>
        </p:nvSpPr>
        <p:spPr>
          <a:xfrm>
            <a:off x="11633860" y="324433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99E24E-D8F6-90AF-A822-A22D6EFDE46B}"/>
              </a:ext>
            </a:extLst>
          </p:cNvPr>
          <p:cNvSpPr txBox="1"/>
          <p:nvPr/>
        </p:nvSpPr>
        <p:spPr>
          <a:xfrm>
            <a:off x="9850582" y="41508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ED9090-06BC-7CD9-0636-3E726D9F4267}"/>
              </a:ext>
            </a:extLst>
          </p:cNvPr>
          <p:cNvSpPr txBox="1"/>
          <p:nvPr/>
        </p:nvSpPr>
        <p:spPr>
          <a:xfrm>
            <a:off x="9256816" y="2797030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098C56-0E13-95D5-79DA-D5A07F56320B}"/>
              </a:ext>
            </a:extLst>
          </p:cNvPr>
          <p:cNvSpPr txBox="1"/>
          <p:nvPr/>
        </p:nvSpPr>
        <p:spPr>
          <a:xfrm>
            <a:off x="8894619" y="194683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6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D84655-BECA-D4E6-ECA1-F65EE1644D3D}"/>
              </a:ext>
            </a:extLst>
          </p:cNvPr>
          <p:cNvSpPr txBox="1"/>
          <p:nvPr/>
        </p:nvSpPr>
        <p:spPr>
          <a:xfrm>
            <a:off x="7677398" y="242769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7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D65412-A065-E766-E60E-A0C12C0DDF7D}"/>
              </a:ext>
            </a:extLst>
          </p:cNvPr>
          <p:cNvSpPr txBox="1"/>
          <p:nvPr/>
        </p:nvSpPr>
        <p:spPr>
          <a:xfrm>
            <a:off x="7420098" y="3429000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8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74DA81-1EBF-7800-77AA-D28ED21636D5}"/>
              </a:ext>
            </a:extLst>
          </p:cNvPr>
          <p:cNvSpPr txBox="1"/>
          <p:nvPr/>
        </p:nvSpPr>
        <p:spPr>
          <a:xfrm>
            <a:off x="6498113" y="2797030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9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A30B6F-220B-8566-794F-9BE7A7A86D29}"/>
              </a:ext>
            </a:extLst>
          </p:cNvPr>
          <p:cNvSpPr txBox="1"/>
          <p:nvPr/>
        </p:nvSpPr>
        <p:spPr>
          <a:xfrm>
            <a:off x="6580745" y="3685701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10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272D6D-CF82-078C-DEEA-B75C34744184}"/>
              </a:ext>
            </a:extLst>
          </p:cNvPr>
          <p:cNvSpPr txBox="1"/>
          <p:nvPr/>
        </p:nvSpPr>
        <p:spPr>
          <a:xfrm>
            <a:off x="6869712" y="5349875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11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C75BE4-4300-16BD-5BB0-3C0083C0FA42}"/>
              </a:ext>
            </a:extLst>
          </p:cNvPr>
          <p:cNvSpPr txBox="1"/>
          <p:nvPr/>
        </p:nvSpPr>
        <p:spPr>
          <a:xfrm>
            <a:off x="7277264" y="5257800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12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387668-B631-4B4D-A498-F09A0F3EC068}"/>
              </a:ext>
            </a:extLst>
          </p:cNvPr>
          <p:cNvSpPr txBox="1"/>
          <p:nvPr/>
        </p:nvSpPr>
        <p:spPr>
          <a:xfrm>
            <a:off x="5645068" y="5550971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13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87D451-ED91-23FE-39B4-B54C09D955BF}"/>
              </a:ext>
            </a:extLst>
          </p:cNvPr>
          <p:cNvSpPr txBox="1"/>
          <p:nvPr/>
        </p:nvSpPr>
        <p:spPr>
          <a:xfrm>
            <a:off x="5292106" y="4099780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14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95BC48-84F5-AD00-18B6-B5D12892CD48}"/>
              </a:ext>
            </a:extLst>
          </p:cNvPr>
          <p:cNvSpPr txBox="1"/>
          <p:nvPr/>
        </p:nvSpPr>
        <p:spPr>
          <a:xfrm>
            <a:off x="5567880" y="2813350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15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FB87A6-0B7C-CA25-AE02-E9AB58C8A5C7}"/>
              </a:ext>
            </a:extLst>
          </p:cNvPr>
          <p:cNvSpPr txBox="1"/>
          <p:nvPr/>
        </p:nvSpPr>
        <p:spPr>
          <a:xfrm>
            <a:off x="5011224" y="2939535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16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6D628E-8C74-E9E0-94DC-808D4AE5CE21}"/>
              </a:ext>
            </a:extLst>
          </p:cNvPr>
          <p:cNvSpPr txBox="1"/>
          <p:nvPr/>
        </p:nvSpPr>
        <p:spPr>
          <a:xfrm>
            <a:off x="2973946" y="2998016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17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606FE9-A33F-D211-6127-9BA0D549E948}"/>
              </a:ext>
            </a:extLst>
          </p:cNvPr>
          <p:cNvSpPr txBox="1"/>
          <p:nvPr/>
        </p:nvSpPr>
        <p:spPr>
          <a:xfrm>
            <a:off x="3012868" y="3825650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18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96C3E6-AF61-84F7-C29E-4E8986A1D140}"/>
              </a:ext>
            </a:extLst>
          </p:cNvPr>
          <p:cNvSpPr txBox="1"/>
          <p:nvPr/>
        </p:nvSpPr>
        <p:spPr>
          <a:xfrm>
            <a:off x="3083295" y="5235211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19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2828B6-5FC6-514B-DD1D-168F5ED64581}"/>
              </a:ext>
            </a:extLst>
          </p:cNvPr>
          <p:cNvSpPr txBox="1"/>
          <p:nvPr/>
        </p:nvSpPr>
        <p:spPr>
          <a:xfrm>
            <a:off x="1998356" y="5262529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20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EA2AEF-60A9-1996-0F4E-A197925330D7}"/>
              </a:ext>
            </a:extLst>
          </p:cNvPr>
          <p:cNvSpPr txBox="1"/>
          <p:nvPr/>
        </p:nvSpPr>
        <p:spPr>
          <a:xfrm>
            <a:off x="913417" y="5286280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21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31CA41-81EA-7E5A-53E3-E3019B798CBA}"/>
              </a:ext>
            </a:extLst>
          </p:cNvPr>
          <p:cNvSpPr txBox="1"/>
          <p:nvPr/>
        </p:nvSpPr>
        <p:spPr>
          <a:xfrm>
            <a:off x="1966522" y="3915114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22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59001A-67F9-DE78-11D6-5E337FD14946}"/>
              </a:ext>
            </a:extLst>
          </p:cNvPr>
          <p:cNvSpPr txBox="1"/>
          <p:nvPr/>
        </p:nvSpPr>
        <p:spPr>
          <a:xfrm>
            <a:off x="851807" y="3929184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23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346AD7-F6A9-BDB7-A027-61295A757CBC}"/>
              </a:ext>
            </a:extLst>
          </p:cNvPr>
          <p:cNvSpPr txBox="1"/>
          <p:nvPr/>
        </p:nvSpPr>
        <p:spPr>
          <a:xfrm>
            <a:off x="1966522" y="3393279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24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49EE91-7202-EA53-B77A-49E490BCF33C}"/>
              </a:ext>
            </a:extLst>
          </p:cNvPr>
          <p:cNvSpPr txBox="1"/>
          <p:nvPr/>
        </p:nvSpPr>
        <p:spPr>
          <a:xfrm>
            <a:off x="1942118" y="2839281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25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96B98F-7A56-43A5-CF3F-590A8D8C12E2}"/>
              </a:ext>
            </a:extLst>
          </p:cNvPr>
          <p:cNvSpPr txBox="1"/>
          <p:nvPr/>
        </p:nvSpPr>
        <p:spPr>
          <a:xfrm>
            <a:off x="687951" y="3078554"/>
            <a:ext cx="450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</a:t>
            </a:r>
            <a:r>
              <a:rPr lang="ru-RU" b="1" dirty="0">
                <a:solidFill>
                  <a:schemeClr val="bg1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717812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27</Words>
  <Application>Microsoft Office PowerPoint</Application>
  <PresentationFormat>Широкоэкранный</PresentationFormat>
  <Paragraphs>26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Настя Овчинникова</dc:creator>
  <cp:lastModifiedBy>Настя Овчинникова</cp:lastModifiedBy>
  <cp:revision>2</cp:revision>
  <dcterms:created xsi:type="dcterms:W3CDTF">2026-04-23T19:25:58Z</dcterms:created>
  <dcterms:modified xsi:type="dcterms:W3CDTF">2026-04-23T22:54:03Z</dcterms:modified>
</cp:coreProperties>
</file>